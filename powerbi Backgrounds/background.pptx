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59" r:id="rId4"/>
    <p:sldId id="262" r:id="rId5"/>
    <p:sldId id="261" r:id="rId6"/>
    <p:sldId id="263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97DB"/>
    <a:srgbClr val="00D4FF"/>
    <a:srgbClr val="F86809"/>
    <a:srgbClr val="F0F3F6"/>
    <a:srgbClr val="D4D1C8"/>
    <a:srgbClr val="F4F1E3"/>
    <a:srgbClr val="F1EDDF"/>
    <a:srgbClr val="707070"/>
    <a:srgbClr val="DEE1D8"/>
    <a:srgbClr val="95A5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6FD86-1F77-445F-8195-D9623A60464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EA68C-4A85-4955-93FB-BE67889A9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28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EA68C-4A85-4955-93FB-BE67889A9A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06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D9BB-D2DE-C96D-30D0-CE94A2B17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A9B92-44BD-0411-1102-DE67B8751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F2858-DA76-2C9F-102D-D5DD9EB57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064C-20AF-4DAE-8D5A-C21FBAE52CF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1A6AE-7331-1900-A89A-E1FD5BDB6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C2F74-EEFE-195D-A986-CE500979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6878-E69A-48F8-A034-E64745810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21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F3CFC-A1A2-41B6-6FBA-6BE916512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B44AE-381C-97A2-31F6-B6F3F4CF9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D9EFB-2820-28AF-2B99-42D15B95B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064C-20AF-4DAE-8D5A-C21FBAE52CF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DC9A0-F1C4-2EFA-3607-4D9024FB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966F5-D565-BA76-7CD0-5DFA4082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6878-E69A-48F8-A034-E64745810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48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D88C9-294A-C126-DA70-D9404438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695ED-598D-9674-11DB-561E50679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8129F-477D-196E-96E8-9C62BC54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064C-20AF-4DAE-8D5A-C21FBAE52CF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9AFB2-94C8-E5B6-C7C1-B2C7B789C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70A83-0243-6E1D-7DB7-FFB668DF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6878-E69A-48F8-A034-E64745810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27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8FBEF-CD53-AD0A-3B47-937284C5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9B8DA-810A-727F-55CA-165C4A3F2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944A6-926B-856E-84CF-7435432E2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38690-2E9F-7320-4B55-1B1FD74C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064C-20AF-4DAE-8D5A-C21FBAE52CF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89A6A-085C-BD27-1938-E48546B3A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77002-063A-CE7E-1178-ABB3BDFD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6878-E69A-48F8-A034-E64745810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3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2ABE-F4D6-C120-7F3D-2F5D6FF8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61EB7-11D6-6DF8-E6FD-6A1722F09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82639-1F6B-5A01-BD3D-EF06F0BC6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4973D7-3BF2-74F0-6742-1A96C8A1E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88DE23-B629-D47A-B24F-EA32FAEC3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4B3AD-E416-B8E1-3DC8-6874DE565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064C-20AF-4DAE-8D5A-C21FBAE52CF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ECFDA5-234F-463B-20EF-F4AE059E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BC928-4C5A-5284-2B46-4FDE8A19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6878-E69A-48F8-A034-E64745810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7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7E01-49DD-50F2-A987-CF3F15D9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910747-1C36-D66A-DCEB-3CAC6000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064C-20AF-4DAE-8D5A-C21FBAE52CF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9F50F-A918-8C6F-DFA1-1B895821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6C566-9B18-CC3B-9BA6-E1253D7BE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6878-E69A-48F8-A034-E64745810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0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D06CD3-A0B5-CC46-5740-0DE01DC0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064C-20AF-4DAE-8D5A-C21FBAE52CF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00AF6-EC2A-7D9C-9F8E-778A93A0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659B9-58FD-4F25-ADE4-822ADFABF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6878-E69A-48F8-A034-E64745810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6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6E294-C1FA-668E-98A8-4647DE7EA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33B82-90E0-5A73-DD6C-CE0D6A829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93582-4858-1A59-39B4-78946F3AB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79FD9-7DCD-F3CF-C803-BB8C4F0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064C-20AF-4DAE-8D5A-C21FBAE52CF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3C2E5-03A5-3646-F2CE-07FA2B57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4B1F0-9D02-BCB9-6CFE-FFF044F1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6878-E69A-48F8-A034-E64745810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16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45E01-92B6-E18A-1337-1E4D0CC65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0DF051-11F2-D5C6-043C-7743D13F3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98F22-E458-DD72-2259-BB446EC9A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307FE-DDC2-CFF2-E60C-5248F46F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064C-20AF-4DAE-8D5A-C21FBAE52CF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C88A7-024F-8F60-59D1-F819FF57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17414-91D4-9E4B-6B22-7BEA652B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6878-E69A-48F8-A034-E64745810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3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0AF9D-73C1-DC66-A047-11A692134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082E3-FD5A-4A1F-E50F-43F2576A5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7AA1F-6D62-AF45-FE0A-18E2AF01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064C-20AF-4DAE-8D5A-C21FBAE52CF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3C3C0-71E2-A09F-5C60-A451465D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A4AC8-AE6A-CD4A-26E6-3C019B94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6878-E69A-48F8-A034-E64745810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9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336912-72D7-3525-D8AB-3F335C16E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FED7F-ECB1-E771-9876-09C42897C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E3643-1B0C-CFEC-B662-7025C9E7A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064C-20AF-4DAE-8D5A-C21FBAE52CF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01D57-7149-CE30-DEED-70AEC385C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6D5A6-B53F-5D3B-29F5-EF07D195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6878-E69A-48F8-A034-E64745810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74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C40D9D-159C-3F38-D037-BAFFF27DB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9EFCE-82D0-8659-D1F7-96C17C83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6C5A1-B58F-F944-68CF-DA630D28B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4064C-20AF-4DAE-8D5A-C21FBAE52CFE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38E9B-9CE3-0498-F683-C7D4FBF63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3DEEE-0620-C416-AE8A-2F7F9B6A3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B6878-E69A-48F8-A034-E64745810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5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A90D9">
                <a:tint val="66000"/>
                <a:satMod val="160000"/>
              </a:srgbClr>
            </a:gs>
            <a:gs pos="50000">
              <a:srgbClr val="4A90D9">
                <a:tint val="44500"/>
                <a:satMod val="160000"/>
              </a:srgbClr>
            </a:gs>
            <a:gs pos="100000">
              <a:srgbClr val="4A90D9">
                <a:tint val="23500"/>
                <a:satMod val="16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FB2BFD-D46D-C0FC-966F-20746DD2A8DD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oundRect">
            <a:avLst>
              <a:gd name="adj" fmla="val 2472"/>
            </a:avLst>
          </a:prstGeom>
          <a:gradFill flip="none" rotWithShape="1">
            <a:gsLst>
              <a:gs pos="0">
                <a:srgbClr val="1D7AA3"/>
              </a:gs>
              <a:gs pos="50000">
                <a:srgbClr val="15658E"/>
              </a:gs>
              <a:gs pos="100000">
                <a:srgbClr val="145277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BF232-7543-A0A8-F838-4D171C1DEA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11B48-FCA2-0623-1291-2E87720ABF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773D8A-A947-FB53-5869-46A3A96F7D11}"/>
              </a:ext>
            </a:extLst>
          </p:cNvPr>
          <p:cNvSpPr/>
          <p:nvPr/>
        </p:nvSpPr>
        <p:spPr>
          <a:xfrm>
            <a:off x="385894" y="880844"/>
            <a:ext cx="2004968" cy="1006679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88FF22-3499-D4EA-4F35-CB28BCB14283}"/>
              </a:ext>
            </a:extLst>
          </p:cNvPr>
          <p:cNvSpPr/>
          <p:nvPr/>
        </p:nvSpPr>
        <p:spPr>
          <a:xfrm>
            <a:off x="3004658" y="880844"/>
            <a:ext cx="2004968" cy="1006679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D9C720-D0CE-2A65-BEAC-A1298D55E25E}"/>
              </a:ext>
            </a:extLst>
          </p:cNvPr>
          <p:cNvSpPr/>
          <p:nvPr/>
        </p:nvSpPr>
        <p:spPr>
          <a:xfrm>
            <a:off x="5896066" y="880844"/>
            <a:ext cx="2004968" cy="1006679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98B869-1AB4-80C3-ECE0-9E12254F0D3D}"/>
              </a:ext>
            </a:extLst>
          </p:cNvPr>
          <p:cNvSpPr/>
          <p:nvPr/>
        </p:nvSpPr>
        <p:spPr>
          <a:xfrm>
            <a:off x="8663033" y="880844"/>
            <a:ext cx="2004968" cy="1006679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2735779-827D-A592-6604-2E846CE47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71483" y="-1941854"/>
            <a:ext cx="2872989" cy="5067739"/>
          </a:xfrm>
          <a:prstGeom prst="rect">
            <a:avLst/>
          </a:prstGeom>
          <a:gradFill flip="none" rotWithShape="1">
            <a:gsLst>
              <a:gs pos="0">
                <a:srgbClr val="1F7CA5"/>
              </a:gs>
              <a:gs pos="50000">
                <a:srgbClr val="135F83"/>
              </a:gs>
              <a:gs pos="100000">
                <a:srgbClr val="4A90D9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214EE51-736F-EF62-99F6-F908E2D5C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51161" y="4045976"/>
            <a:ext cx="2705334" cy="28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986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C560-EF2B-F77D-CF4C-82F774BD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C5A93-A82B-5279-26AB-EA83D7833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B3BBA2-0B7D-0533-C869-246174A54B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oundRect">
            <a:avLst>
              <a:gd name="adj" fmla="val 2472"/>
            </a:avLst>
          </a:prstGeom>
          <a:gradFill flip="none" rotWithShape="1">
            <a:gsLst>
              <a:gs pos="0">
                <a:srgbClr val="3697DB"/>
              </a:gs>
              <a:gs pos="50000">
                <a:srgbClr val="3697DB"/>
              </a:gs>
              <a:gs pos="100000">
                <a:srgbClr val="3697DB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DB1E833-B363-CD17-F747-6C1C9A93721D}"/>
              </a:ext>
            </a:extLst>
          </p:cNvPr>
          <p:cNvSpPr/>
          <p:nvPr/>
        </p:nvSpPr>
        <p:spPr>
          <a:xfrm>
            <a:off x="385894" y="880844"/>
            <a:ext cx="2004968" cy="1006679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886C13-23AA-95CB-B4EA-F85AECB81EAF}"/>
              </a:ext>
            </a:extLst>
          </p:cNvPr>
          <p:cNvSpPr/>
          <p:nvPr/>
        </p:nvSpPr>
        <p:spPr>
          <a:xfrm>
            <a:off x="3004658" y="880844"/>
            <a:ext cx="2004968" cy="1006679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D5E0EA-A2BC-2CF6-C24C-840CA0821841}"/>
              </a:ext>
            </a:extLst>
          </p:cNvPr>
          <p:cNvSpPr/>
          <p:nvPr/>
        </p:nvSpPr>
        <p:spPr>
          <a:xfrm>
            <a:off x="5896066" y="880844"/>
            <a:ext cx="2004968" cy="1006679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ED63FD-F8A2-C262-9CF8-5FBF3B213EE5}"/>
              </a:ext>
            </a:extLst>
          </p:cNvPr>
          <p:cNvSpPr/>
          <p:nvPr/>
        </p:nvSpPr>
        <p:spPr>
          <a:xfrm>
            <a:off x="8663033" y="880844"/>
            <a:ext cx="2004968" cy="1006679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3A3554-A142-BED3-D505-3112226EE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71483" y="-1941854"/>
            <a:ext cx="2872989" cy="5067739"/>
          </a:xfrm>
          <a:prstGeom prst="rect">
            <a:avLst/>
          </a:prstGeom>
          <a:gradFill flip="none" rotWithShape="1">
            <a:gsLst>
              <a:gs pos="0">
                <a:srgbClr val="1F7CA5"/>
              </a:gs>
              <a:gs pos="50000">
                <a:srgbClr val="135F83"/>
              </a:gs>
              <a:gs pos="100000">
                <a:srgbClr val="4A90D9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AD662D-B2C0-6537-ADEA-788742186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51161" y="4045976"/>
            <a:ext cx="2705334" cy="28120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F59FFC-2998-496F-BDC2-F4EB95C0C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06001" y="2198978"/>
            <a:ext cx="3779848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02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993E1-61E2-99CE-4249-55551B0A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F3C29-2175-759A-E784-3E425B8E6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E54C830-9F4F-A66F-2102-6938DB36F03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oundRect">
            <a:avLst>
              <a:gd name="adj" fmla="val 2472"/>
            </a:avLst>
          </a:prstGeom>
          <a:gradFill flip="none" rotWithShape="1">
            <a:gsLst>
              <a:gs pos="0">
                <a:srgbClr val="1D7AA3"/>
              </a:gs>
              <a:gs pos="50000">
                <a:srgbClr val="15658E"/>
              </a:gs>
              <a:gs pos="100000">
                <a:srgbClr val="145277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38A98F-9975-D133-C937-EA07138BFE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71483" y="-1941854"/>
            <a:ext cx="2872989" cy="5067739"/>
          </a:xfrm>
          <a:prstGeom prst="rect">
            <a:avLst/>
          </a:prstGeom>
          <a:gradFill flip="none" rotWithShape="1">
            <a:gsLst>
              <a:gs pos="0">
                <a:srgbClr val="1F7CA5"/>
              </a:gs>
              <a:gs pos="50000">
                <a:srgbClr val="135F83"/>
              </a:gs>
              <a:gs pos="100000">
                <a:srgbClr val="4A90D9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6F10B6-419B-F203-867E-B54EDE569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51161" y="4045976"/>
            <a:ext cx="2705334" cy="2812024"/>
          </a:xfrm>
          <a:prstGeom prst="rect">
            <a:avLst/>
          </a:prstGeom>
        </p:spPr>
      </p:pic>
      <p:sp>
        <p:nvSpPr>
          <p:cNvPr id="11" name="Cloud 10">
            <a:extLst>
              <a:ext uri="{FF2B5EF4-FFF2-40B4-BE49-F238E27FC236}">
                <a16:creationId xmlns:a16="http://schemas.microsoft.com/office/drawing/2014/main" id="{250E2A76-559B-48A7-90B8-0B8F8B58D563}"/>
              </a:ext>
            </a:extLst>
          </p:cNvPr>
          <p:cNvSpPr/>
          <p:nvPr/>
        </p:nvSpPr>
        <p:spPr>
          <a:xfrm>
            <a:off x="394980" y="880844"/>
            <a:ext cx="2166458" cy="1006679"/>
          </a:xfrm>
          <a:prstGeom prst="cloud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1E3351A1-9268-114A-086C-314310366E15}"/>
              </a:ext>
            </a:extLst>
          </p:cNvPr>
          <p:cNvSpPr/>
          <p:nvPr/>
        </p:nvSpPr>
        <p:spPr>
          <a:xfrm rot="10800000">
            <a:off x="8600426" y="860109"/>
            <a:ext cx="2166458" cy="1006679"/>
          </a:xfrm>
          <a:prstGeom prst="cloud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1423DDE8-A1B5-3E1A-55A0-F6576980F23A}"/>
              </a:ext>
            </a:extLst>
          </p:cNvPr>
          <p:cNvSpPr/>
          <p:nvPr/>
        </p:nvSpPr>
        <p:spPr>
          <a:xfrm rot="466880">
            <a:off x="5796797" y="862008"/>
            <a:ext cx="2166458" cy="1006679"/>
          </a:xfrm>
          <a:prstGeom prst="cloud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49883744-1D2F-6F0C-699A-ECC7785A8B97}"/>
              </a:ext>
            </a:extLst>
          </p:cNvPr>
          <p:cNvSpPr/>
          <p:nvPr/>
        </p:nvSpPr>
        <p:spPr>
          <a:xfrm rot="10963197">
            <a:off x="2893622" y="862009"/>
            <a:ext cx="2166458" cy="1006679"/>
          </a:xfrm>
          <a:prstGeom prst="cloud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07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F5C8F3-F1A5-4463-C366-BE597BDCE1B3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oundRect">
            <a:avLst>
              <a:gd name="adj" fmla="val 2472"/>
            </a:avLst>
          </a:prstGeom>
          <a:gradFill flip="none" rotWithShape="1">
            <a:gsLst>
              <a:gs pos="0">
                <a:srgbClr val="1D7AA3"/>
              </a:gs>
              <a:gs pos="50000">
                <a:srgbClr val="15658E"/>
              </a:gs>
              <a:gs pos="100000">
                <a:srgbClr val="145277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CB41C-324B-2A88-0C3A-2501D9D5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A456FF-2F57-0BC1-EBF2-528BE658018F}"/>
              </a:ext>
            </a:extLst>
          </p:cNvPr>
          <p:cNvSpPr/>
          <p:nvPr/>
        </p:nvSpPr>
        <p:spPr>
          <a:xfrm>
            <a:off x="259434" y="719848"/>
            <a:ext cx="1841741" cy="883292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514A5A-C94B-6896-3378-EC44048C6806}"/>
              </a:ext>
            </a:extLst>
          </p:cNvPr>
          <p:cNvSpPr/>
          <p:nvPr/>
        </p:nvSpPr>
        <p:spPr>
          <a:xfrm>
            <a:off x="3091773" y="719848"/>
            <a:ext cx="1841741" cy="883292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4BB43C7-7738-CDD9-AA34-3C17391A808E}"/>
              </a:ext>
            </a:extLst>
          </p:cNvPr>
          <p:cNvSpPr/>
          <p:nvPr/>
        </p:nvSpPr>
        <p:spPr>
          <a:xfrm>
            <a:off x="5512280" y="719848"/>
            <a:ext cx="2037061" cy="883292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5FC745-5BCF-40FC-2DAB-4D5955891F3D}"/>
              </a:ext>
            </a:extLst>
          </p:cNvPr>
          <p:cNvSpPr/>
          <p:nvPr/>
        </p:nvSpPr>
        <p:spPr>
          <a:xfrm>
            <a:off x="8530700" y="719848"/>
            <a:ext cx="1841741" cy="883292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3E0C587-ADD2-EDD6-49FC-B52A1FD89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94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904F52-B9F2-18F2-41A7-2124F206CF10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oundRect">
            <a:avLst>
              <a:gd name="adj" fmla="val 2472"/>
            </a:avLst>
          </a:prstGeom>
          <a:gradFill flip="none" rotWithShape="1">
            <a:gsLst>
              <a:gs pos="0">
                <a:srgbClr val="1D7AA3"/>
              </a:gs>
              <a:gs pos="50000">
                <a:srgbClr val="15658E"/>
              </a:gs>
              <a:gs pos="100000">
                <a:srgbClr val="145277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8C883-A168-CB5B-A57C-FDB6BCCA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A0B1F9-8796-AD27-47D1-F8280425642F}"/>
              </a:ext>
            </a:extLst>
          </p:cNvPr>
          <p:cNvSpPr/>
          <p:nvPr/>
        </p:nvSpPr>
        <p:spPr>
          <a:xfrm>
            <a:off x="344018" y="671208"/>
            <a:ext cx="2004968" cy="951386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19E879-E8B3-DB67-901B-B790343D1893}"/>
              </a:ext>
            </a:extLst>
          </p:cNvPr>
          <p:cNvSpPr/>
          <p:nvPr/>
        </p:nvSpPr>
        <p:spPr>
          <a:xfrm>
            <a:off x="2942373" y="671208"/>
            <a:ext cx="2004968" cy="951386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2ADCD2-1AE3-8EEF-6EE8-E87195DDE62F}"/>
              </a:ext>
            </a:extLst>
          </p:cNvPr>
          <p:cNvSpPr/>
          <p:nvPr/>
        </p:nvSpPr>
        <p:spPr>
          <a:xfrm>
            <a:off x="5328340" y="671208"/>
            <a:ext cx="2197135" cy="951386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4BCE77-6798-4530-8890-E50069ACAA98}"/>
              </a:ext>
            </a:extLst>
          </p:cNvPr>
          <p:cNvSpPr/>
          <p:nvPr/>
        </p:nvSpPr>
        <p:spPr>
          <a:xfrm>
            <a:off x="8247143" y="739302"/>
            <a:ext cx="2004968" cy="951386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3482CC8-D341-2288-9582-1216C40D7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5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ECD5BD-DF0F-2413-BA25-DC464472D129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oundRect">
            <a:avLst>
              <a:gd name="adj" fmla="val 2472"/>
            </a:avLst>
          </a:prstGeom>
          <a:gradFill flip="none" rotWithShape="1">
            <a:gsLst>
              <a:gs pos="0">
                <a:srgbClr val="1D7AA3"/>
              </a:gs>
              <a:gs pos="50000">
                <a:srgbClr val="15658E"/>
              </a:gs>
              <a:gs pos="100000">
                <a:srgbClr val="145277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C5A48-BD5C-B158-82C2-03C4EF4B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059190-DE4D-2701-E82B-E0DFDD42384E}"/>
              </a:ext>
            </a:extLst>
          </p:cNvPr>
          <p:cNvSpPr/>
          <p:nvPr/>
        </p:nvSpPr>
        <p:spPr>
          <a:xfrm>
            <a:off x="288061" y="767338"/>
            <a:ext cx="1888148" cy="923350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67914B0-9319-F031-CB0C-F32E4B0C8150}"/>
              </a:ext>
            </a:extLst>
          </p:cNvPr>
          <p:cNvSpPr/>
          <p:nvPr/>
        </p:nvSpPr>
        <p:spPr>
          <a:xfrm>
            <a:off x="2607783" y="767338"/>
            <a:ext cx="1888148" cy="923350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B8B588F-9F6E-27EC-C914-D61EA0C5E9DF}"/>
              </a:ext>
            </a:extLst>
          </p:cNvPr>
          <p:cNvSpPr/>
          <p:nvPr/>
        </p:nvSpPr>
        <p:spPr>
          <a:xfrm>
            <a:off x="5689907" y="767338"/>
            <a:ext cx="1888148" cy="923350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9BB8D51-8EDD-3C4A-4A27-395548F81CAE}"/>
              </a:ext>
            </a:extLst>
          </p:cNvPr>
          <p:cNvSpPr/>
          <p:nvPr/>
        </p:nvSpPr>
        <p:spPr>
          <a:xfrm>
            <a:off x="8521853" y="767338"/>
            <a:ext cx="1888148" cy="923350"/>
          </a:xfrm>
          <a:prstGeom prst="roundRect">
            <a:avLst/>
          </a:prstGeom>
          <a:gradFill flip="none" rotWithShape="1">
            <a:gsLst>
              <a:gs pos="0">
                <a:srgbClr val="F1EDDF"/>
              </a:gs>
              <a:gs pos="46000">
                <a:srgbClr val="F4F1E3"/>
              </a:gs>
              <a:gs pos="100000">
                <a:srgbClr val="D4D1C8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8B4EA7B-6E12-AB51-EA14-424DD186B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0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45E9FF-D173-395E-C6E7-1B5A18892593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oundRect">
            <a:avLst>
              <a:gd name="adj" fmla="val 2472"/>
            </a:avLst>
          </a:prstGeom>
          <a:solidFill>
            <a:srgbClr val="4A90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7225C3-36FC-211D-3C6E-4020B267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30EA5D7-6FF1-08A4-1799-1BD2110A8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206" y="1825625"/>
            <a:ext cx="7773588" cy="435133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3C57DD-65CC-324B-63F2-217F11E92E3F}"/>
              </a:ext>
            </a:extLst>
          </p:cNvPr>
          <p:cNvSpPr/>
          <p:nvPr/>
        </p:nvSpPr>
        <p:spPr>
          <a:xfrm>
            <a:off x="385894" y="880844"/>
            <a:ext cx="2004968" cy="10066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E06445-A54D-81B4-9020-97D0B3768EB7}"/>
              </a:ext>
            </a:extLst>
          </p:cNvPr>
          <p:cNvSpPr/>
          <p:nvPr/>
        </p:nvSpPr>
        <p:spPr>
          <a:xfrm>
            <a:off x="3004658" y="880844"/>
            <a:ext cx="2004968" cy="100667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47000">
                <a:srgbClr val="FFFFFF"/>
              </a:gs>
              <a:gs pos="100000">
                <a:srgbClr val="FFFF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C4B840-BE9A-437F-42A7-DDB15F6DD992}"/>
              </a:ext>
            </a:extLst>
          </p:cNvPr>
          <p:cNvSpPr/>
          <p:nvPr/>
        </p:nvSpPr>
        <p:spPr>
          <a:xfrm>
            <a:off x="5896066" y="880844"/>
            <a:ext cx="2004968" cy="100667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47000">
                <a:srgbClr val="FFFFFF"/>
              </a:gs>
              <a:gs pos="100000">
                <a:srgbClr val="FFFF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F001DA-BABE-15C9-D119-9C9D28336BC9}"/>
              </a:ext>
            </a:extLst>
          </p:cNvPr>
          <p:cNvSpPr/>
          <p:nvPr/>
        </p:nvSpPr>
        <p:spPr>
          <a:xfrm>
            <a:off x="8663033" y="880844"/>
            <a:ext cx="2004968" cy="100667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47000">
                <a:srgbClr val="FFFFFF"/>
              </a:gs>
              <a:gs pos="100000">
                <a:srgbClr val="FFFF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5C0F1CA-064F-A533-E171-7C369DFF50E1}"/>
              </a:ext>
            </a:extLst>
          </p:cNvPr>
          <p:cNvSpPr/>
          <p:nvPr/>
        </p:nvSpPr>
        <p:spPr>
          <a:xfrm>
            <a:off x="145915" y="2022460"/>
            <a:ext cx="11867745" cy="235145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5F1F4E-3677-322C-F5BC-1A02A0477730}"/>
              </a:ext>
            </a:extLst>
          </p:cNvPr>
          <p:cNvSpPr/>
          <p:nvPr/>
        </p:nvSpPr>
        <p:spPr>
          <a:xfrm>
            <a:off x="145915" y="4570750"/>
            <a:ext cx="5856051" cy="220942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C19893F-46E6-1800-4003-4CD6269CE5B8}"/>
              </a:ext>
            </a:extLst>
          </p:cNvPr>
          <p:cNvSpPr/>
          <p:nvPr/>
        </p:nvSpPr>
        <p:spPr>
          <a:xfrm>
            <a:off x="6096000" y="4464996"/>
            <a:ext cx="5917660" cy="231518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ACADF-26D5-3A0A-37CF-C65C27124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FDF8B2-D1F5-5419-1990-13B7D1817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42" y="1027906"/>
            <a:ext cx="2466848" cy="435133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6DAD09-C9A2-3407-B4D0-1B9DE8E590E8}"/>
              </a:ext>
            </a:extLst>
          </p:cNvPr>
          <p:cNvSpPr/>
          <p:nvPr/>
        </p:nvSpPr>
        <p:spPr>
          <a:xfrm>
            <a:off x="8449519" y="1412111"/>
            <a:ext cx="1759352" cy="2016889"/>
          </a:xfrm>
          <a:prstGeom prst="roundRect">
            <a:avLst/>
          </a:prstGeom>
          <a:solidFill>
            <a:srgbClr val="00D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DB3FBC-057D-6F8B-E0C7-262C7D954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232" y="1797563"/>
            <a:ext cx="2705334" cy="2812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5BEA2A-9FB2-9BBE-1804-03177853AE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873" y="-736399"/>
            <a:ext cx="2941575" cy="49610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2437EB-E8F0-1A81-FCCF-43D0E6069E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718" y="2644058"/>
            <a:ext cx="3398815" cy="5311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1F285C-3038-98ED-8511-79E44FA449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9083" y="605438"/>
            <a:ext cx="3322608" cy="43209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50E953-8341-80C0-4A06-BAFB0BC659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109" y="7403700"/>
            <a:ext cx="1257409" cy="15774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925F36-C7AB-052B-79CD-6CDEA8A655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1725" y="3841101"/>
            <a:ext cx="3779848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952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1</Words>
  <Application>Microsoft Office PowerPoint</Application>
  <PresentationFormat>Widescreen</PresentationFormat>
  <Paragraphs>1</Paragraphs>
  <Slides>8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 krishna</dc:creator>
  <cp:lastModifiedBy>bala krishna</cp:lastModifiedBy>
  <cp:revision>6</cp:revision>
  <dcterms:created xsi:type="dcterms:W3CDTF">2026-08-30T08:31:22Z</dcterms:created>
  <dcterms:modified xsi:type="dcterms:W3CDTF">2026-09-01T13:21:41Z</dcterms:modified>
</cp:coreProperties>
</file>